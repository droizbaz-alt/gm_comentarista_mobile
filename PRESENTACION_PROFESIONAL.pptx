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a_chess_brain_1773915261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GM Comentarista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90D9"/>
                </a:solidFill>
              </a:defRPr>
            </a:pPr>
            <a:r>
              <a:t>Tu Gran Maestro de bolsillo impulsado por Inteligencia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_board_abstract_17739152918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5181447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Segoe UI"/>
              </a:defRPr>
            </a:pPr>
            <a:r>
              <a:t>El muro del aprendizaje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" cy="0"/>
          </a:xfrm>
          <a:prstGeom prst="rect">
            <a:avLst/>
          </a:prstGeom>
          <a:ln w="508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1814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• Los motores (Stockfish) dan números fríos: +2.5, -4.0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• Los módulos te dicen CUÁL es la mejor jugada, pero rara vez el POR QUÉ.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• Los jugadores no entienden su propio error solo viendo una flecha.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bile_chess_app_1773915275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53047" y="914400"/>
            <a:ext cx="5181447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Segoe UI"/>
              </a:defRPr>
            </a:pPr>
            <a:r>
              <a:t>¿Qué es GM Comentarista?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3047" y="1828800"/>
            <a:ext cx="914400" cy="0"/>
          </a:xfrm>
          <a:prstGeom prst="rect">
            <a:avLst/>
          </a:prstGeom>
          <a:ln w="508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3047" y="2286000"/>
            <a:ext cx="51814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✓ App Progresiva (PWA): Funciona en la nube sin agotar tu batería.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✓ Análisis Dual: Stockfish evalúa, Gemini traduce.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✓ Explicación Pedagógica: La app actúa como tu entrenador personal en tu mismo idioma.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a_chess_brain_1773915261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5181447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Segoe UI"/>
              </a:defRPr>
            </a:pPr>
            <a:r>
              <a:t>3 Pasos Rápidos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" cy="0"/>
          </a:xfrm>
          <a:prstGeom prst="rect">
            <a:avLst/>
          </a:prstGeom>
          <a:ln w="508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1814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1. Importación Fácil: Conecta a Lichess o sube un PGN.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2. Configuración Adaptable: Elige rigor (Rápido, Estándar, Profundo).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3. Lectura Guiada: Un visor interactivo te lleva por tus errores.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_board_abstract_17739152918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53047" y="914400"/>
            <a:ext cx="5181447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Segoe UI"/>
              </a:defRPr>
            </a:pPr>
            <a:r>
              <a:t>Arquitectura &amp;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3047" y="1828800"/>
            <a:ext cx="914400" cy="0"/>
          </a:xfrm>
          <a:prstGeom prst="rect">
            <a:avLst/>
          </a:prstGeom>
          <a:ln w="508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3047" y="2286000"/>
            <a:ext cx="51814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• Frontend: Streamlit ('Mobile First').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• IA Híbrida: Modelo Lite para jugadas normales, Modelo Pro para blunders.</a:t>
            </a:r>
          </a:p>
          <a:p>
            <a:pPr>
              <a:spcAft>
                <a:spcPts val="1400"/>
              </a:spcAft>
              <a:defRPr sz="2200">
                <a:solidFill>
                  <a:srgbClr val="D1D5DB"/>
                </a:solidFill>
                <a:latin typeface="Segoe UI"/>
              </a:defRPr>
            </a:pPr>
            <a:r>
              <a:t>• Rendimiento: Caché inteligente para minimizar uso de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¿Listos para subir de ELO?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90D9"/>
                </a:solidFill>
              </a:defRPr>
            </a:pPr>
            <a:r>
              <a:t>Exporta tu PGN guiado a ChessBase o Lichess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