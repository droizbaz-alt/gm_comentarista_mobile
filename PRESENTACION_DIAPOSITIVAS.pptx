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GM Comentarista Mobile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 Gran Maestro de bolsillo impulsado por Inteligencia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muro del aprendizaje en ajedrez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motores (Stockfish) dan números fríos: +2.5, -4.0</a:t>
            </a:r>
          </a:p>
          <a:p>
            <a:r>
              <a:t>Los módulos te dicen *cuál* es la mejor jugada, pero rara vez el *por qué*.</a:t>
            </a:r>
          </a:p>
          <a:p>
            <a:r>
              <a:t>Los entrenadores humanos son excelentes, pero no están disponibles 24/7.</a:t>
            </a:r>
          </a:p>
          <a:p>
            <a:r>
              <a:t>Los jugadores casuales no entienden su propio error solo viendo una flecha.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GM Comentarista?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Progresiva (PWA): Funciona en la nube sin agotar la batería del teléfono.</a:t>
            </a:r>
          </a:p>
          <a:p>
            <a:r>
              <a:t>Análisis Dual:</a:t>
            </a:r>
            <a:br/>
            <a:r>
              <a:t>  1. Stockfish evalúa matemáticamente.</a:t>
            </a:r>
            <a:br/>
            <a:r>
              <a:t>  2. Modelos de Lenguaje (Gemini/Gemma) lo traducen a lenguaje natural.</a:t>
            </a:r>
          </a:p>
          <a:p>
            <a:r>
              <a:t>Explicación Pedagógica: La app actúa como un entrenador en tu idioma, adaptándose a la gravedad de tu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funciona en 3 simples pasos?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Importación Fácil: Conecta tu usuario de Lichess o sube un PGN clásico con un toque.</a:t>
            </a:r>
          </a:p>
          <a:p>
            <a:r>
              <a:t>2. Configuración Adaptable: Elige el rigor del análisis (Rápido, Estándar o Profundo).</a:t>
            </a:r>
          </a:p>
          <a:p>
            <a:r>
              <a:t>3. Lectura Guiada: El visor interactivo te lleva de la mano repasando y explicando tus errores.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Bajo el capó: Arquitectura y Tecnología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Mobile-First: Construido en Streamlit con diseño responsive.</a:t>
            </a:r>
          </a:p>
          <a:p>
            <a:r>
              <a:t>Motor Lógico Inyectado: Binarios optimizados de Stockfish subyacentes.</a:t>
            </a:r>
          </a:p>
          <a:p>
            <a:r>
              <a:t>IA Híbrida: </a:t>
            </a:r>
            <a:br/>
            <a:r>
              <a:t>  • Modelo 'Lite' (muy veloz) para el avance de la partida normal.</a:t>
            </a:r>
            <a:br/>
            <a:r>
              <a:t>  • Modelo 'Pro' (inteligente) reservado para explicar los errores graves de manera elocuente.</a:t>
            </a:r>
          </a:p>
          <a:p>
            <a:r>
              <a:t>Caché de Posiciones: Minimiza costes evitando cálculos de API redundantes.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 conocimiento, donde tú quieras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análisis no se queda encerrado dentro de la aplicación.</a:t>
            </a:r>
          </a:p>
          <a:p>
            <a:r>
              <a:t>Inyección PGN: La IA inserta las explicaciones en los campos estándar de comentarios PGN.</a:t>
            </a:r>
          </a:p>
          <a:p>
            <a:r>
              <a:t>Libertad total: Descarga el archivo PGN y léelo después en ChessBase o en Lichess.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¿Listos para subir de ELO?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Beneficio principal: Optimización drástica en el tiempo de estudio.</a:t>
            </a:r>
          </a:p>
          <a:p>
            <a:r>
              <a:t>Comprensión profunda: Memorizar variantes es menos útil que entender los planes subyacentes.</a:t>
            </a:r>
          </a:p>
          <a:p>
            <a:r>
              <a:t>Q&amp;A y Demo en vivo del análisis de una posición crítica.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